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Structures &amp;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Slides &amp; Viva Preparation Guide</a:t>
            </a:r>
          </a:p>
          <a:p>
            <a:r>
              <a:t>AutoExam Demo Material (Mode 1: Only PPT)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1: Stacks and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Stack: Last-In First-Out (LIFO) linear data structure.</a:t>
            </a:r>
          </a:p>
          <a:p>
            <a:r>
              <a:t>Push and Pop operations occur strictly at the top of the stack (O(1) time).</a:t>
            </a:r>
          </a:p>
          <a:p>
            <a:r>
              <a:t>Queue: First-In First-Out (FIFO) linear data structure.</a:t>
            </a:r>
          </a:p>
          <a:p>
            <a:r>
              <a:t>Enqueue happens at the rear and Dequeue happens at the front (O(1) time).</a:t>
            </a:r>
          </a:p>
          <a:p>
            <a:r>
              <a:t>Applications: Function call stack, expression evaluation, CPU job scheduling, printer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2: QuickSort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Divide-and-Conquer sorting algorithm based on partitioning around a pivot.</a:t>
            </a:r>
          </a:p>
          <a:p>
            <a:r>
              <a:t>Average-case time complexity: O(n log n).</a:t>
            </a:r>
          </a:p>
          <a:p>
            <a:r>
              <a:t>Worst-case time complexity: O(n^2), occurring when the pivot splits elements into 0 and n-1 items repeatedly.</a:t>
            </a:r>
          </a:p>
          <a:p>
            <a:r>
              <a:t>In-place sorting with O(log n) auxiliary stack space for recursion.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3: BST &amp; Hash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Search Tree (BST): Left subtree keys &lt; node key &lt; right subtree keys.</a:t>
            </a:r>
          </a:p>
          <a:p>
            <a:r>
              <a:t>In-order traversal produces elements in non-decreasing sorted order.</a:t>
            </a:r>
          </a:p>
          <a:p>
            <a:r>
              <a:t>Average lookup: O(log n); Worst lookup (skewed tree): O(n).</a:t>
            </a:r>
          </a:p>
          <a:p>
            <a:r>
              <a:t>Hash Tables map keys to indices via a hash function for O(1) expected time.</a:t>
            </a:r>
          </a:p>
          <a:p>
            <a:r>
              <a:t>Collision resolution: Separate chaining (linked lists) vs Open addressing (linear/quadratic probing).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4: Graph Traversals (BFS vs 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Breadth-First Search (BFS): Level-by-level traversal using a Queue (FIFO).</a:t>
            </a:r>
          </a:p>
          <a:p>
            <a:r>
              <a:t>Finds the shortest path in unweighted graphs. Time: O(V + E).</a:t>
            </a:r>
          </a:p>
          <a:p>
            <a:r>
              <a:t>Depth-First Search (DFS): Explores deepest unvisited nodes first using a Stack or recursion.</a:t>
            </a:r>
          </a:p>
          <a:p>
            <a:r>
              <a:t>Used for topological sorting, cycle detection, and connected components. Time: O(V + 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